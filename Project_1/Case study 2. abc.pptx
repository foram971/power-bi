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2E80-2018-7896-B058-881D28DBE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929D-1C32-EF2D-6310-978AFC120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398FB-9287-40CA-7C64-436FB9D3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5F72C-6A0D-EADD-E8BF-30FDFE42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CF50-5BAB-C612-98AA-CF5B17D2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5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DE69-07DD-B6A6-129C-BB78EF00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EF4DD-4E98-CA55-D2A5-1A523B7D0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977DE-355C-9EA8-ECCE-5CC1A3E9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1912-350E-A7A7-C3C6-6FC7FC11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3D8F2-DB91-955B-A29E-E350F985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8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42F4-3928-7D44-6D65-B80052EF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E8CA9-16DB-3E04-D014-121033C17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DC072-6E88-0C86-BEAE-BB3593F8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48D9-2E51-5967-6B76-675AD9AD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2185-42D2-AC75-AFE8-FD8A7BF5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68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0681-6DF2-8B1F-5498-D7E9FE07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F4E44-35A3-4830-7FFD-AC987FF25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0D45E-E616-3BBB-3DA3-BA8D8E4D0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25B5D-D029-F277-0E4B-4563F71B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FAADD-40BA-55E4-DAF1-9B4C2822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6D639-1501-340E-28F9-AE55EA5B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3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7A52-AF2E-9D08-BE36-EE325DE9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83BE6-B902-4694-44FD-7F6C09A44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BE615-9132-2D44-DA17-2C9BCA985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C07BE-9A9B-7683-EFB1-22429AB84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03577-023A-4E2F-7D34-F49BFD84D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21C64-40E0-618C-EB0F-ACF39603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27826-E6EF-3BB3-4B96-D5E923CB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0AB75-4168-140F-C154-A8027F6C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64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0248B-59E1-9365-98EF-55221B2B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1C84F-EF07-5AFD-8F8A-F4F7023F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93BFA-768F-ACA8-A7D4-F9ECC1B1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A9141-66BC-67D0-7FE7-D8D4ED06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3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46868-EC30-005D-B8DD-6EA7B084F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24F05-EC79-B40A-6A58-F7AD987D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6A9F7-DAD6-1FEE-9D82-CA8D2381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2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AAB4-3E5A-F3A2-3003-F5FDE89EC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1A22-21CA-87BE-9261-2929C475F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3E426-C440-4A6F-B274-25463ADF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BBF80-B441-E245-69A4-18B559EA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324E9-C845-C2F6-AA0C-93672AA1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3F20D-E2CE-3B57-93CE-E6D414C5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42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F505-2247-ED6E-D17F-8A6361FF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1A99D5-4D45-D1DE-605E-DA00BC916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CC091-BD2C-21AC-AF87-8CA03855A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9D611-46E9-29B0-FF57-8A96A75E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5249C-EF36-E01B-3477-67269DCB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A7939-E7DE-5908-1F8F-16937B47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5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FD67-897C-FF13-AEE9-576124F29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ED8A9-1D47-63A3-657C-673F49381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E591-259B-806F-A963-7EB6FD2E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5A3AF-D063-3C1D-163C-0A5568A66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5E169-F2BF-FF73-D983-FC5A1858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2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F9470-2B48-89F0-C72F-202A6AFF9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253EE-4907-3440-5CF6-A99B7FB72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B7E62-DE6B-B186-6DFE-EC0114BF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B79E-792D-26FD-060C-08E924E9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B915F-E469-0FF5-CB7F-DD23BD9A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03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8A428-6582-C88D-4551-E71F17C23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C413C-3E22-ABFC-D839-CCA600F2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DC45-2975-47F0-16DC-E9988937C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32E06-1594-4170-9AFA-B26F8D519982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0028-243A-49E8-81E6-3C2DD4B2F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D5E7-A4EA-8330-E8D5-4ED2EDAA0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21B00-D735-4423-9DCE-EF19DFF56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13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7896-A3BF-8915-1A7A-12B28E7A9B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0000"/>
                </a:solidFill>
              </a:rPr>
              <a:t>PowerBI</a:t>
            </a:r>
            <a:r>
              <a:rPr lang="en-IN" b="1" dirty="0">
                <a:solidFill>
                  <a:srgbClr val="FF0000"/>
                </a:solidFill>
              </a:rPr>
              <a:t>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CF658-EF7F-3F3A-DAA3-3BAE37407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ABC Analysis</a:t>
            </a:r>
          </a:p>
        </p:txBody>
      </p:sp>
    </p:spTree>
    <p:extLst>
      <p:ext uri="{BB962C8B-B14F-4D97-AF65-F5344CB8AC3E}">
        <p14:creationId xmlns:p14="http://schemas.microsoft.com/office/powerpoint/2010/main" val="3625426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92591-B9E8-D0DA-8C2D-CDD622895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7" y="290471"/>
            <a:ext cx="6308332" cy="3054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3B7C8-82FF-031C-DE85-DB077BA44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2" y="3512750"/>
            <a:ext cx="6176667" cy="1249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42BF0D-1FF2-6EB4-5447-306C0172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22" y="5008667"/>
            <a:ext cx="5845492" cy="124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BDE7AF-3975-3CED-1A7C-F48037FAB659}"/>
              </a:ext>
            </a:extLst>
          </p:cNvPr>
          <p:cNvSpPr txBox="1"/>
          <p:nvPr/>
        </p:nvSpPr>
        <p:spPr>
          <a:xfrm>
            <a:off x="92404" y="36383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F5CE9-28B2-229A-41B3-B1316AFD9B53}"/>
              </a:ext>
            </a:extLst>
          </p:cNvPr>
          <p:cNvSpPr txBox="1"/>
          <p:nvPr/>
        </p:nvSpPr>
        <p:spPr>
          <a:xfrm>
            <a:off x="74141" y="500866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E6F846-2076-CF20-7413-D794918EE83C}"/>
              </a:ext>
            </a:extLst>
          </p:cNvPr>
          <p:cNvSpPr/>
          <p:nvPr/>
        </p:nvSpPr>
        <p:spPr>
          <a:xfrm>
            <a:off x="5435029" y="425944"/>
            <a:ext cx="1037690" cy="347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16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0B025-2C23-51A4-8CCE-1C1D534B0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0" y="308226"/>
            <a:ext cx="5878592" cy="1613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63F98-4FDC-DDCE-F0FE-A22C187BD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20" y="2346049"/>
            <a:ext cx="5686780" cy="3696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96FF56-3E9A-A36B-C01B-58634E237D5C}"/>
              </a:ext>
            </a:extLst>
          </p:cNvPr>
          <p:cNvSpPr txBox="1"/>
          <p:nvPr/>
        </p:nvSpPr>
        <p:spPr>
          <a:xfrm>
            <a:off x="129442" y="30822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1985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C406F-2557-99DB-863D-38B0A0A53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5" y="236306"/>
            <a:ext cx="6368180" cy="739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2BB41-4D26-74C7-44F4-3C9B8097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53" y="1263993"/>
            <a:ext cx="4905996" cy="9477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7D0DF-0045-DEA0-1258-D4A79E7D8939}"/>
              </a:ext>
            </a:extLst>
          </p:cNvPr>
          <p:cNvSpPr txBox="1"/>
          <p:nvPr/>
        </p:nvSpPr>
        <p:spPr>
          <a:xfrm>
            <a:off x="129442" y="30822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0A4E3-7472-3F1F-2D7D-5DD9B36E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9" y="2499691"/>
            <a:ext cx="5701325" cy="7140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3890C3-4BFF-C47E-F002-9A98DEFB5698}"/>
              </a:ext>
            </a:extLst>
          </p:cNvPr>
          <p:cNvSpPr txBox="1"/>
          <p:nvPr/>
        </p:nvSpPr>
        <p:spPr>
          <a:xfrm>
            <a:off x="156456" y="2589862"/>
            <a:ext cx="41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Q)</a:t>
            </a:r>
          </a:p>
        </p:txBody>
      </p:sp>
    </p:spTree>
    <p:extLst>
      <p:ext uri="{BB962C8B-B14F-4D97-AF65-F5344CB8AC3E}">
        <p14:creationId xmlns:p14="http://schemas.microsoft.com/office/powerpoint/2010/main" val="315844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69BD9-13FD-60CA-4728-1131BB32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44" y="297951"/>
            <a:ext cx="6108675" cy="20669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E7D4F-1FA8-26AA-5703-B4B9C92E7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44" y="2566811"/>
            <a:ext cx="5958737" cy="998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84A601-AAD0-BF46-6C97-8F305FD55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44" y="3767072"/>
            <a:ext cx="5958737" cy="1611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788760-30EF-C1E1-D1B4-4E49BBA09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83" y="5580039"/>
            <a:ext cx="5792206" cy="659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342E59-7B45-E374-B172-005099885F89}"/>
              </a:ext>
            </a:extLst>
          </p:cNvPr>
          <p:cNvSpPr txBox="1"/>
          <p:nvPr/>
        </p:nvSpPr>
        <p:spPr>
          <a:xfrm>
            <a:off x="21727" y="260603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B21B0-02F9-5837-88DC-7EB0329BA75C}"/>
              </a:ext>
            </a:extLst>
          </p:cNvPr>
          <p:cNvSpPr txBox="1"/>
          <p:nvPr/>
        </p:nvSpPr>
        <p:spPr>
          <a:xfrm>
            <a:off x="20926" y="378779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CA0DA-E609-8BFD-B4CC-F23960502532}"/>
              </a:ext>
            </a:extLst>
          </p:cNvPr>
          <p:cNvSpPr txBox="1"/>
          <p:nvPr/>
        </p:nvSpPr>
        <p:spPr>
          <a:xfrm>
            <a:off x="82265" y="558003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1A17FD-BC77-76F1-0FFF-F7079D734F80}"/>
              </a:ext>
            </a:extLst>
          </p:cNvPr>
          <p:cNvSpPr/>
          <p:nvPr/>
        </p:nvSpPr>
        <p:spPr>
          <a:xfrm>
            <a:off x="5373384" y="297951"/>
            <a:ext cx="1128435" cy="516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92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A5592-2E59-FE18-9337-8D4282FFC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30" y="256856"/>
            <a:ext cx="5601051" cy="1552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7BFE8C-24A4-85E1-DF20-7C34CA9C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30" y="1890445"/>
            <a:ext cx="5096940" cy="538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DBFD4-58D5-5193-739A-08AF4C395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24" y="2647458"/>
            <a:ext cx="5601051" cy="1563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A9CCA9-37F7-B978-A895-A85A47C78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428456"/>
            <a:ext cx="5927678" cy="3995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9B6D6B-07AA-70AE-77A3-176F67447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22" y="4642051"/>
            <a:ext cx="5305198" cy="5977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0355EB-E023-5C38-91CD-1FD3A5CB4F35}"/>
              </a:ext>
            </a:extLst>
          </p:cNvPr>
          <p:cNvSpPr txBox="1"/>
          <p:nvPr/>
        </p:nvSpPr>
        <p:spPr>
          <a:xfrm>
            <a:off x="85906" y="4642051"/>
            <a:ext cx="41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960BF-772E-D782-44B6-A949AA010629}"/>
              </a:ext>
            </a:extLst>
          </p:cNvPr>
          <p:cNvSpPr txBox="1"/>
          <p:nvPr/>
        </p:nvSpPr>
        <p:spPr>
          <a:xfrm>
            <a:off x="57635" y="26474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11709C-394C-C494-5AF7-DB5C74B82407}"/>
              </a:ext>
            </a:extLst>
          </p:cNvPr>
          <p:cNvSpPr txBox="1"/>
          <p:nvPr/>
        </p:nvSpPr>
        <p:spPr>
          <a:xfrm>
            <a:off x="-12783" y="33201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735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1CA09-7BE2-7C58-AB74-CB4642CB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9" y="113203"/>
            <a:ext cx="5959011" cy="4187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5BC8AA-F3C8-94C2-6EDE-1D1DAF768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73" y="4530480"/>
            <a:ext cx="6182256" cy="19627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83E978-026C-9B5D-40F0-1C44CCA50207}"/>
              </a:ext>
            </a:extLst>
          </p:cNvPr>
          <p:cNvSpPr txBox="1"/>
          <p:nvPr/>
        </p:nvSpPr>
        <p:spPr>
          <a:xfrm>
            <a:off x="0" y="460239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29967B-31D2-3E28-1742-71DF89DCA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29" y="4105417"/>
            <a:ext cx="5577011" cy="25961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DBD56D-F7FF-D04A-879D-C81BFF954176}"/>
              </a:ext>
            </a:extLst>
          </p:cNvPr>
          <p:cNvSpPr/>
          <p:nvPr/>
        </p:nvSpPr>
        <p:spPr>
          <a:xfrm>
            <a:off x="5167901" y="217887"/>
            <a:ext cx="1037690" cy="347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17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120EB-7597-41BC-AFD5-16C14323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04" y="236306"/>
            <a:ext cx="5641834" cy="1199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542F69-FD00-9078-1A29-4E0F01EA6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89" y="2091507"/>
            <a:ext cx="5656591" cy="4237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F78ADA-9599-D867-E3A0-4D9734872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89" y="1550605"/>
            <a:ext cx="756836" cy="426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841523-7639-9E0C-D0A6-B5C772D89838}"/>
              </a:ext>
            </a:extLst>
          </p:cNvPr>
          <p:cNvSpPr txBox="1"/>
          <p:nvPr/>
        </p:nvSpPr>
        <p:spPr>
          <a:xfrm>
            <a:off x="22754" y="23630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2)</a:t>
            </a:r>
          </a:p>
        </p:txBody>
      </p:sp>
    </p:spTree>
    <p:extLst>
      <p:ext uri="{BB962C8B-B14F-4D97-AF65-F5344CB8AC3E}">
        <p14:creationId xmlns:p14="http://schemas.microsoft.com/office/powerpoint/2010/main" val="3600569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5D4A9-F16B-73A9-BEC2-A44E3889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24" y="316988"/>
            <a:ext cx="6087517" cy="1030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AE2F1-6E6E-204A-93EB-9BDB88534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23" y="1605106"/>
            <a:ext cx="6087517" cy="1135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7A6FA-8F19-558D-D18D-54FC2D134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23" y="2998177"/>
            <a:ext cx="5601313" cy="2019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8F84F3-ACB8-2D5B-E5C9-715FFB0A3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81" y="5252895"/>
            <a:ext cx="5601314" cy="611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197AB6-27B8-474F-E82C-A2A7BCEECE87}"/>
              </a:ext>
            </a:extLst>
          </p:cNvPr>
          <p:cNvSpPr txBox="1"/>
          <p:nvPr/>
        </p:nvSpPr>
        <p:spPr>
          <a:xfrm>
            <a:off x="22754" y="31698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6D6B3-B4FD-C3E3-FC5E-EEFF29E40EC9}"/>
              </a:ext>
            </a:extLst>
          </p:cNvPr>
          <p:cNvSpPr txBox="1"/>
          <p:nvPr/>
        </p:nvSpPr>
        <p:spPr>
          <a:xfrm>
            <a:off x="38085" y="160510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056C6-3691-4EBA-9638-6054214EB407}"/>
              </a:ext>
            </a:extLst>
          </p:cNvPr>
          <p:cNvSpPr txBox="1"/>
          <p:nvPr/>
        </p:nvSpPr>
        <p:spPr>
          <a:xfrm>
            <a:off x="22754" y="5252895"/>
            <a:ext cx="41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Q)</a:t>
            </a:r>
          </a:p>
        </p:txBody>
      </p:sp>
    </p:spTree>
    <p:extLst>
      <p:ext uri="{BB962C8B-B14F-4D97-AF65-F5344CB8AC3E}">
        <p14:creationId xmlns:p14="http://schemas.microsoft.com/office/powerpoint/2010/main" val="331824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4E058-77C7-37BB-65E9-A525E2EC5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217887"/>
            <a:ext cx="5941887" cy="2889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07DE2-06A2-02A0-55B8-F0C4DBA0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05" y="3429105"/>
            <a:ext cx="6580267" cy="7113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C09512-8C13-C6A7-6046-EB550677E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11" y="4231909"/>
            <a:ext cx="6134194" cy="711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CE37F7-FCF2-9FAF-5474-BCEDAC7CF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05" y="5152504"/>
            <a:ext cx="5986658" cy="12996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5B0225-126E-B54C-5775-32597C2186B1}"/>
              </a:ext>
            </a:extLst>
          </p:cNvPr>
          <p:cNvSpPr txBox="1"/>
          <p:nvPr/>
        </p:nvSpPr>
        <p:spPr>
          <a:xfrm>
            <a:off x="83794" y="342889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1AFFE-6C9A-935C-7829-063601BFBAB1}"/>
              </a:ext>
            </a:extLst>
          </p:cNvPr>
          <p:cNvSpPr txBox="1"/>
          <p:nvPr/>
        </p:nvSpPr>
        <p:spPr>
          <a:xfrm>
            <a:off x="83794" y="515250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1F84B3-E305-7E57-B8F2-CEA80ED0C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330" y="3784795"/>
            <a:ext cx="4970209" cy="295505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8433FE-80E1-AC97-96FF-50F0D7478974}"/>
              </a:ext>
            </a:extLst>
          </p:cNvPr>
          <p:cNvSpPr/>
          <p:nvPr/>
        </p:nvSpPr>
        <p:spPr>
          <a:xfrm>
            <a:off x="5167901" y="217887"/>
            <a:ext cx="1037690" cy="347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3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PowerBI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shishir3942@outlook.com</dc:creator>
  <cp:lastModifiedBy>shishir3942@outlook.com</cp:lastModifiedBy>
  <cp:revision>1</cp:revision>
  <dcterms:created xsi:type="dcterms:W3CDTF">2025-07-18T14:18:18Z</dcterms:created>
  <dcterms:modified xsi:type="dcterms:W3CDTF">2025-07-18T14:18:35Z</dcterms:modified>
</cp:coreProperties>
</file>